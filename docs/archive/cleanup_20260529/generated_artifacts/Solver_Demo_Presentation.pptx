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Solver Demo Project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预研成果与技术路线汇报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不是"用AI生成计划"，而是"用规则推导计划"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——确定性、可解释、可审计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V0.3 · 2026-04-27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集成问题定性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泵体装配有500+工序，状态可回退（安装→拆卸→再安装），数值触发（每N次清洁）。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传统排程工具假设"状态只前进"，LLM能做但保证不了确定性。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我们需要一个形式化规则推导引擎——给定当前状态和目标，自动推导出工序序列。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为什么CP-SAT和LLM都不够用？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传统数学方法（CP-SAT / 线性规划）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擅长：给定工序列表后优化时间安排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死穴：状态不回退、无法推导工序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结论：优秀的"生产经理"，做不了"总工程师"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LLM大模型（GPT-4 / Claude）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擅长：理解自然语言、生成看似合理的计划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死穴：结果不可复现、可能幻觉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结论：优秀的"顾问"，做不了"执行者"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这不是"又一个排程工具"，是"从0到1推导工序序列"的新品类。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双层架构——Planner 定工序，Scheduler 排时间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输入：当前状态 + 目标 + 规则库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Planner（状态空间推导）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 | 按什么顺序 | 哪些可并行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Scheduler（CP-SAT资源排程）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何时做 | 用多少资源 | 工期最短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Planner是"总工程师"定工序，Scheduler是"生产经理"排时间。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各司其职，接口稳定。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V0.3 当前能做到什么程度？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工程闭环已验证，核心场景可跑通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常规排程：输入起点+目标，输出工序序列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基础可用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数值步进：水位0→80，步长20，自动4次注水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可用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重复实例化：同一规则多次执行，独立ID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可用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隐式子目标：前置不满足时自动补齐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可用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阻塞重排：卡住时自动重规划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可用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06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案例：模块A已安装→电源下电→缺口=2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目标：所有模块调测+上电+真空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输出：上电→A调测→下电→建真空→B调测→再上电...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特征：上电/下电反复，由约束网络自然决定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从Demo到产品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标志事件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V0.3 当前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工程闭环验证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Demo可用，数值Phase1落地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V0.5-V0.6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补齐核心差距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生产环境试点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标准计划求解平台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单机台→多机台，离线→实时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V1.5+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MES/ERP深度集成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"人驱动"→"系统推荐+人工确认"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远景：成为复杂装备集成领域的标准计划求解平台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工艺知识不随人员流动而流失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任何工程师都能获得一致、高质量的排程方案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从"人驱动"到"系统推荐+人工确认"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Solver Demo Project · 预研成果与技术路线汇报</dc:title>
  <dc:subject>PptxGenJS Presentation</dc:subject>
  <dc:creator>Solver Team</dc:creator>
  <cp:lastModifiedBy>Solver Team</cp:lastModifiedBy>
  <cp:revision>1</cp:revision>
  <dcterms:created xsi:type="dcterms:W3CDTF">2026-04-27T06:41:31Z</dcterms:created>
  <dcterms:modified xsi:type="dcterms:W3CDTF">2026-04-27T06:41:31Z</dcterms:modified>
</cp:coreProperties>
</file>